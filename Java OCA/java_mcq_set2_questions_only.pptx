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(String Pool + Immutability Trap)</a:t>
            </a:r>
          </a:p>
          <a:p/>
          <a:p>
            <a:r>
              <a:t>public class Test {</a:t>
            </a:r>
          </a:p>
          <a:p>
            <a:r>
              <a:t>    public static void main(String[] args) {</a:t>
            </a:r>
          </a:p>
          <a:p>
            <a:r>
              <a:t>        String s1 = "hello";</a:t>
            </a:r>
          </a:p>
          <a:p>
            <a:r>
              <a:t>        String s2 = s1;</a:t>
            </a:r>
          </a:p>
          <a:p>
            <a:r>
              <a:t>        s1 = s1.concat(" world");</a:t>
            </a:r>
          </a:p>
          <a:p/>
          <a:p>
            <a:r>
              <a:t>        System.out.println(s1 == s2);</a:t>
            </a:r>
          </a:p>
          <a:p>
            <a:r>
              <a:t>        System.out.println(s1.equals(s2));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Q2. (Static Block + Initialization Order)</a:t>
            </a:r>
          </a:p>
          <a:p/>
          <a:p>
            <a:r>
              <a:t>class A {</a:t>
            </a:r>
          </a:p>
          <a:p>
            <a:r>
              <a:t>    static {</a:t>
            </a:r>
          </a:p>
          <a:p>
            <a:r>
              <a:t>        System.out.println("Static A");</a:t>
            </a:r>
          </a:p>
          <a:p>
            <a:r>
              <a:t>    }</a:t>
            </a:r>
          </a:p>
          <a:p/>
          <a:p>
            <a:r>
              <a:t>    {</a:t>
            </a:r>
          </a:p>
          <a:p>
            <a:r>
              <a:t>        System.out.println("Instance A");</a:t>
            </a:r>
          </a:p>
          <a:p>
            <a:r>
              <a:t>    }</a:t>
            </a:r>
          </a:p>
          <a:p/>
          <a:p>
            <a:r>
              <a:t>    A() {</a:t>
            </a:r>
          </a:p>
          <a:p>
            <a:r>
              <a:t>        System.out.println("Constructor A");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public class Test {</a:t>
            </a:r>
          </a:p>
          <a:p>
            <a:r>
              <a:t>    public static void main(String[] args) {</a:t>
            </a:r>
          </a:p>
          <a:p>
            <a:r>
              <a:t>        new A();</a:t>
            </a:r>
          </a:p>
          <a:p>
            <a:r>
              <a:t>        new A();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Q3. (Exception + Return + Finally Trap)</a:t>
            </a:r>
          </a:p>
          <a:p/>
          <a:p>
            <a:r>
              <a:t>public class Test {</a:t>
            </a:r>
          </a:p>
          <a:p>
            <a:r>
              <a:t>    public static int test() {</a:t>
            </a:r>
          </a:p>
          <a:p>
            <a:r>
              <a:t>        try {</a:t>
            </a:r>
          </a:p>
          <a:p>
            <a:r>
              <a:t>            return 1;</a:t>
            </a:r>
          </a:p>
          <a:p>
            <a:r>
              <a:t>        } finally {</a:t>
            </a:r>
          </a:p>
          <a:p>
            <a:r>
              <a:t>            return 2;</a:t>
            </a:r>
          </a:p>
          <a:p>
            <a:r>
              <a:t>        }</a:t>
            </a:r>
          </a:p>
          <a:p>
            <a:r>
              <a:t>    }</a:t>
            </a:r>
          </a:p>
          <a:p/>
          <a:p>
            <a:r>
              <a:t>    public static void main(String[] args) {</a:t>
            </a:r>
          </a:p>
          <a:p>
            <a:r>
              <a:t>        System.out.println(test());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Q4. (Thread Execution Order Trap)</a:t>
            </a:r>
          </a:p>
          <a:p/>
          <a:p>
            <a:r>
              <a:t>public class Test {</a:t>
            </a:r>
          </a:p>
          <a:p>
            <a:r>
              <a:t>    public static void main(String[] args) {</a:t>
            </a:r>
          </a:p>
          <a:p>
            <a:r>
              <a:t>        Thread t = new Thread(() -&gt; System.out.print("Thread "));</a:t>
            </a:r>
          </a:p>
          <a:p>
            <a:r>
              <a:t>        t.run();</a:t>
            </a:r>
          </a:p>
          <a:p>
            <a:r>
              <a:t>        t.start();</a:t>
            </a:r>
          </a:p>
          <a:p>
            <a:r>
              <a:t>        System.out.print("Main 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Q5. (Autoboxing + Integer Cache Trap)</a:t>
            </a:r>
          </a:p>
          <a:p/>
          <a:p>
            <a:r>
              <a:t>public class Test {</a:t>
            </a:r>
          </a:p>
          <a:p>
            <a:r>
              <a:t>    public static void main(String[] args) {</a:t>
            </a:r>
          </a:p>
          <a:p>
            <a:r>
              <a:t>        Integer a = 100;</a:t>
            </a:r>
          </a:p>
          <a:p>
            <a:r>
              <a:t>        Integer b = 100;</a:t>
            </a:r>
          </a:p>
          <a:p>
            <a:r>
              <a:t>        Integer c = 200;</a:t>
            </a:r>
          </a:p>
          <a:p>
            <a:r>
              <a:t>        Integer d = 200;</a:t>
            </a:r>
          </a:p>
          <a:p/>
          <a:p>
            <a:r>
              <a:t>        System.out.println(a == b);</a:t>
            </a:r>
          </a:p>
          <a:p>
            <a:r>
              <a:t>        System.out.println(c == d);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