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(Concurrency + Memory Model)</a:t>
            </a:r>
          </a:p>
          <a:p/>
          <a:p>
            <a:r>
              <a:t>class Test {</a:t>
            </a:r>
          </a:p>
          <a:p>
            <a:r>
              <a:t>    static boolean flag = false;</a:t>
            </a:r>
          </a:p>
          <a:p/>
          <a:p>
            <a:r>
              <a:t>    public static void main(String[] args) throws Exception {</a:t>
            </a:r>
          </a:p>
          <a:p>
            <a:r>
              <a:t>        Thread t = new Thread(() -&gt; {</a:t>
            </a:r>
          </a:p>
          <a:p>
            <a:r>
              <a:t>            while (!flag) {}</a:t>
            </a:r>
          </a:p>
          <a:p>
            <a:r>
              <a:t>            System.out.println("Done");</a:t>
            </a:r>
          </a:p>
          <a:p>
            <a:r>
              <a:t>        });</a:t>
            </a:r>
          </a:p>
          <a:p>
            <a:r>
              <a:t>        t.start();</a:t>
            </a:r>
          </a:p>
          <a:p/>
          <a:p>
            <a:r>
              <a:t>        Thread.sleep(1000);</a:t>
            </a:r>
          </a:p>
          <a:p>
            <a:r>
              <a:t>        flag = true;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Options:</a:t>
            </a:r>
          </a:p>
          <a:p>
            <a:r>
              <a:t>A. Always prints "Done"</a:t>
            </a:r>
          </a:p>
          <a:p>
            <a:r>
              <a:t>B. Never prints anything</a:t>
            </a:r>
          </a:p>
          <a:p>
            <a:r>
              <a:t>C. May or may not print "Done"</a:t>
            </a:r>
          </a:p>
          <a:p>
            <a:r>
              <a:t>D. Compilation error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Q2. (HashMap + equals/hashCode)</a:t>
            </a:r>
          </a:p>
          <a:p/>
          <a:p>
            <a:r>
              <a:t>class Key {</a:t>
            </a:r>
          </a:p>
          <a:p>
            <a:r>
              <a:t>    int id;</a:t>
            </a:r>
          </a:p>
          <a:p>
            <a:r>
              <a:t>    Key(int id) { this.id = id; }</a:t>
            </a:r>
          </a:p>
          <a:p>
            <a:r>
              <a:t>}</a:t>
            </a:r>
          </a:p>
          <a:p/>
          <a:p>
            <a:r>
              <a:t>public class Test {</a:t>
            </a:r>
          </a:p>
          <a:p>
            <a:r>
              <a:t>    public static void main(String[] args) {</a:t>
            </a:r>
          </a:p>
          <a:p>
            <a:r>
              <a:t>        Map&lt;Key, String&gt; map = new HashMap&lt;&gt;();</a:t>
            </a:r>
          </a:p>
          <a:p>
            <a:r>
              <a:t>        map.put(new Key(1), "A");</a:t>
            </a:r>
          </a:p>
          <a:p/>
          <a:p>
            <a:r>
              <a:t>        System.out.println(map.get(new Key(1)));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Options:</a:t>
            </a:r>
          </a:p>
          <a:p>
            <a:r>
              <a:t>A. A</a:t>
            </a:r>
          </a:p>
          <a:p>
            <a:r>
              <a:t>B. null</a:t>
            </a:r>
          </a:p>
          <a:p>
            <a:r>
              <a:t>C. Compilation error</a:t>
            </a:r>
          </a:p>
          <a:p>
            <a:r>
              <a:t>D. Runtime exception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Q3. (HashMap + Mutability Trap)</a:t>
            </a:r>
          </a:p>
          <a:p/>
          <a:p>
            <a:r>
              <a:t>class Key {</a:t>
            </a:r>
          </a:p>
          <a:p>
            <a:r>
              <a:t>    int id;</a:t>
            </a:r>
          </a:p>
          <a:p/>
          <a:p>
            <a:r>
              <a:t>    Key(int id) {</a:t>
            </a:r>
          </a:p>
          <a:p>
            <a:r>
              <a:t>        this.id = id;</a:t>
            </a:r>
          </a:p>
          <a:p>
            <a:r>
              <a:t>    }</a:t>
            </a:r>
          </a:p>
          <a:p/>
          <a:p>
            <a:r>
              <a:t>    @Override</a:t>
            </a:r>
          </a:p>
          <a:p>
            <a:r>
              <a:t>    public int hashCode() {</a:t>
            </a:r>
          </a:p>
          <a:p>
            <a:r>
              <a:t>        return id;</a:t>
            </a:r>
          </a:p>
          <a:p>
            <a:r>
              <a:t>    }</a:t>
            </a:r>
          </a:p>
          <a:p/>
          <a:p>
            <a:r>
              <a:t>    @Override</a:t>
            </a:r>
          </a:p>
          <a:p>
            <a:r>
              <a:t>    public boolean equals(Object o) {</a:t>
            </a:r>
          </a:p>
          <a:p>
            <a:r>
              <a:t>        if (this == o) return true;</a:t>
            </a:r>
          </a:p>
          <a:p>
            <a:r>
              <a:t>        if (!(o instanceof Key)) return false;</a:t>
            </a:r>
          </a:p>
          <a:p>
            <a:r>
              <a:t>        Key k = (Key) o;</a:t>
            </a:r>
          </a:p>
          <a:p>
            <a:r>
              <a:t>        return this.id == k.id;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public class Test {</a:t>
            </a:r>
          </a:p>
          <a:p>
            <a:r>
              <a:t>    public static void main(String[] args) {</a:t>
            </a:r>
          </a:p>
          <a:p>
            <a:r>
              <a:t>        Map&lt;Key, String&gt; map = new HashMap&lt;&gt;();</a:t>
            </a:r>
          </a:p>
          <a:p/>
          <a:p>
            <a:r>
              <a:t>        Key k1 = new Key(1);</a:t>
            </a:r>
          </a:p>
          <a:p>
            <a:r>
              <a:t>        map.put(k1, "A");</a:t>
            </a:r>
          </a:p>
          <a:p/>
          <a:p>
            <a:r>
              <a:t>        k1.id = 2;</a:t>
            </a:r>
          </a:p>
          <a:p/>
          <a:p>
            <a:r>
              <a:t>        System.out.println(map.get(k1));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Options:</a:t>
            </a:r>
          </a:p>
          <a:p>
            <a:r>
              <a:t>A. A</a:t>
            </a:r>
          </a:p>
          <a:p>
            <a:r>
              <a:t>B. null</a:t>
            </a:r>
          </a:p>
          <a:p>
            <a:r>
              <a:t>C. Compilation error</a:t>
            </a:r>
          </a:p>
          <a:p>
            <a:r>
              <a:t>D. Runtime exception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Q4. (Exception Handling Flow)</a:t>
            </a:r>
          </a:p>
          <a:p/>
          <a:p>
            <a:r>
              <a:t>try {</a:t>
            </a:r>
          </a:p>
          <a:p>
            <a:r>
              <a:t>    System.out.println("A");</a:t>
            </a:r>
          </a:p>
          <a:p>
            <a:r>
              <a:t>    int x = 10 / 0;</a:t>
            </a:r>
          </a:p>
          <a:p>
            <a:r>
              <a:t>} catch (ArithmeticException e) {</a:t>
            </a:r>
          </a:p>
          <a:p>
            <a:r>
              <a:t>    System.out.println("B");</a:t>
            </a:r>
          </a:p>
          <a:p>
            <a:r>
              <a:t>} finally {</a:t>
            </a:r>
          </a:p>
          <a:p>
            <a:r>
              <a:t>    System.out.println("C");</a:t>
            </a:r>
          </a:p>
          <a:p>
            <a:r>
              <a:t>}</a:t>
            </a:r>
          </a:p>
          <a:p/>
          <a:p>
            <a:r>
              <a:t>Options:</a:t>
            </a:r>
          </a:p>
          <a:p>
            <a:r>
              <a:t>A. A B C</a:t>
            </a:r>
          </a:p>
          <a:p>
            <a:r>
              <a:t>B. A C</a:t>
            </a:r>
          </a:p>
          <a:p>
            <a:r>
              <a:t>C. B C</a:t>
            </a:r>
          </a:p>
          <a:p>
            <a:r>
              <a:t>D. Compilation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Q5. (Generics + Type Erasure)</a:t>
            </a:r>
          </a:p>
          <a:p/>
          <a:p>
            <a:r>
              <a:t>List&lt;String&gt; list = new ArrayList&lt;&gt;();</a:t>
            </a:r>
          </a:p>
          <a:p>
            <a:r>
              <a:t>List&lt;Integer&gt; list2 = new ArrayList&lt;&gt;();</a:t>
            </a:r>
          </a:p>
          <a:p/>
          <a:p>
            <a:r>
              <a:t>System.out.println(list.getClass() == list2.getClass());</a:t>
            </a:r>
          </a:p>
          <a:p/>
          <a:p>
            <a:r>
              <a:t>Options:</a:t>
            </a:r>
          </a:p>
          <a:p>
            <a:r>
              <a:t>A. true</a:t>
            </a:r>
          </a:p>
          <a:p>
            <a:r>
              <a:t>B. false</a:t>
            </a:r>
          </a:p>
          <a:p>
            <a:r>
              <a:t>C. Compilation error</a:t>
            </a:r>
          </a:p>
          <a:p>
            <a:r>
              <a:t>D. Runtime exception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