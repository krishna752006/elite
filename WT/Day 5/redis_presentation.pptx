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Alice</c:v>
                </c:pt>
                <c:pt idx="1">
                  <c:v>Bob</c:v>
                </c:pt>
                <c:pt idx="2">
                  <c:v>Chitra</c:v>
                </c:pt>
                <c:pt idx="3">
                  <c:v>Dev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150</c:v>
                </c:pt>
                <c:pt idx="1">
                  <c:v>135</c:v>
                </c:pt>
                <c:pt idx="2">
                  <c:v>110</c:v>
                </c:pt>
                <c:pt idx="3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A3-4D08-930B-FD38DE667F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2685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https://commons.wikimedia.org/wiki/File:Redis_logo.svg (logo; public-domain text logo note on the file page)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https://redis.io/ (Redis homepage describing Redis as a real-time data platform and common uses)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https://redis.io/ (Redis used commonly as a cache)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https://redis.io/docs/latest/commands/expire/ (EXPIRE semantics)
- https://redis.io/docs/latest/commands/ttl/ (TTL command)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https://redis.io/docs/latest/develop/data-types/ (Redis data types overview)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https://redis.io/docs/latest/commands/expire/ (key expiration behavior)
- https://redis.io/docs/latest/develop/data-types/ (strings as a core Redis type)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https://redis.io/docs/latest/develop/data-types/ (hashes and lists are core data types)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https://redis.io/docs/latest/develop/data-types/sorted-sets/ (sorted sets are unique members ordered by score; common use cases)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https://redis.io/docs/latest/commands/expire/ (TTL via EXPIRE)
- https://redis.io/docs/latest/develop/reference/eviction/ (maxmemory-policy and eviction policies)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https://redis.io/docs/latest/develop/pubsub/ (Pub/Sub overview; delivery semantics; subscribe/publish model)
- https://redis.io/docs/latest/commands/publish/ (PUBLISH command behavior)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https://redis.io/docs/latest/operate/oss_and_stack/management/persistence/ (RDB/AOF overview; notes that when both are enabled, AOF is used on restart)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https://redis.io/docs/latest/operate/oss_and_stack/management/replication/ (Redis replication overview)
- https://redis.io/docs/latest/operate/oss_and_stack/management/sentinel/ (Sentinel provides high availability, monitoring, notifications, config for clients)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https://redis.io/docs/latest/operate/oss_and_stack/management/scaling/ (Redis Cluster uses 16,384 hash slots and CRC16 modulo 16384)
- https://redis.io/docs/latest/commands/cluster-shards/ (definition of shards: nodes serving same slots and replicating)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https://redis.io/docs/latest/develop/reference/eviction/ (eviction policies and maxmemory-policy)
- https://redis.io/docs/latest/operate/oss_and_stack/management/persistence/ (persistence options)
- https://redis.io/docs/latest/operate/oss_and_stack/management/sentinel/ (Sentinel for HA)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https://redis.io/docs/latest/develop/data-types/ (data types used in examples)
- https://redis.io/docs/latest/commands/expire/ (TTL for caching)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097280"/>
            <a:ext cx="10911535" cy="51206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280160"/>
            <a:ext cx="1054577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/mnt/data/redi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241" y="1554480"/>
            <a:ext cx="3307117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743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dirty="0" err="1" smtClean="0"/>
              <a:t>REmote</a:t>
            </a:r>
            <a:r>
              <a:rPr lang="en-US" sz="5200" dirty="0" smtClean="0"/>
              <a:t> </a:t>
            </a:r>
            <a:r>
              <a:rPr lang="en-US" sz="5200" dirty="0" err="1" smtClean="0"/>
              <a:t>DIrectory</a:t>
            </a:r>
            <a:r>
              <a:rPr lang="en-US" sz="5200" dirty="0" smtClean="0"/>
              <a:t> Service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960120" y="36576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• Data Structures • Pub/Sub • Persistence • HA • Cluster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60120" y="4160520"/>
            <a:ext cx="237744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440740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overview for Node/Express developers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Redis?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adds a fast in-memory layer for speed and real-time features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5669280" cy="23774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Redis 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130552"/>
            <a:ext cx="5029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in-memory data store (very low latency)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→ value, but with powerful data structures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used as a cache, session store, and message broker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239512" cy="23774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645920"/>
            <a:ext cx="4599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helps you do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2130552"/>
            <a:ext cx="459943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database load during traffic spikes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up repeated reads (hot data)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real-time features (counters, leaderboards, notifications)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10911535" cy="25146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605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production use cases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4617720"/>
            <a:ext cx="192627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754880"/>
            <a:ext cx="15605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5074920"/>
            <a:ext cx="15605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responses, DB query results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58963" y="4617720"/>
            <a:ext cx="192627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41843" y="4754880"/>
            <a:ext cx="15605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041843" y="5074920"/>
            <a:ext cx="15605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login state across servers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94966" y="4617720"/>
            <a:ext cx="192627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7846" y="4754880"/>
            <a:ext cx="15605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7846" y="5074920"/>
            <a:ext cx="15605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endpoints with INCR + TTL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30969" y="4617720"/>
            <a:ext cx="192627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13849" y="4754880"/>
            <a:ext cx="15605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13849" y="5074920"/>
            <a:ext cx="15605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events (notifications)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66972" y="4617720"/>
            <a:ext cx="192627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9852" y="4754880"/>
            <a:ext cx="15605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49852" y="5074920"/>
            <a:ext cx="15605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sets for ranking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Redis fits in your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layer between your app and slower systems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91640"/>
            <a:ext cx="2377440" cy="1051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933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365760" cy="41148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1691640"/>
            <a:ext cx="2377440" cy="10515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0" y="19933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App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309360" y="2011680"/>
            <a:ext cx="365760" cy="41148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1691640"/>
            <a:ext cx="2377440" cy="10515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0" y="19933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235440" y="2011680"/>
            <a:ext cx="365760" cy="41148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0" y="1691640"/>
            <a:ext cx="2377440" cy="10515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92640" y="19933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3063240"/>
            <a:ext cx="10911535" cy="3337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2461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Cache-aside (most common) flow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370332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App checks Redis for key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Cache hit → return immediately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Cache miss → query DB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Store result in Redis with TTL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Return response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3611880"/>
            <a:ext cx="5285232" cy="269748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F2937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3721608"/>
            <a:ext cx="4828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(pseudo) cache-aside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3995928"/>
            <a:ext cx="48280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key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'user:'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cached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redis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fresh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redis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stringify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fresh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'EX'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fresh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basics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Keys, values, TTL, and the command model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5669280" cy="26517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130552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stored under a key (e.g., user:123)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operations are O(1) or close to it (fast)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lets keys expire automatically (great for caching)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Single-threaded command execution (simple, predictable)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239512" cy="265176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F2937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527048"/>
            <a:ext cx="4782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redis-cli essentials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1801368"/>
            <a:ext cx="478231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user:123 '{"name":"Asha"}'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 user:123 60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TTL user:123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user:123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 user:123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10911535" cy="21488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4348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= time to live (automatic cleanup)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84632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with an expiration is deleted automatically when the timeout elapses. This is how caches stay fresh and bounded.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EXPIRE/SETEX and check TTL during debugging.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Redis data structures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“why” behind Redis: powerful primitives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5181448" cy="1143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55648"/>
            <a:ext cx="454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121408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blobs, counters, tokens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70168" y="1554480"/>
            <a:ext cx="5181448" cy="1143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0208" y="1755648"/>
            <a:ext cx="454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90208" y="2121408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Queues, recent items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5181448" cy="1143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401568"/>
            <a:ext cx="454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3767328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IDs, tags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70168" y="3200400"/>
            <a:ext cx="5181448" cy="11430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0208" y="3401568"/>
            <a:ext cx="454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90208" y="3767328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Object-like fields (user profiles)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846320"/>
            <a:ext cx="5181448" cy="1143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047488"/>
            <a:ext cx="454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Sets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5413248"/>
            <a:ext cx="454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Leaderboards, rankings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29400" y="4389120"/>
            <a:ext cx="5285232" cy="2011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4617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commonly used: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49834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• Bitmaps • HyperLogLog • Geo indexes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58704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5 core types first.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Strings: caching &amp; counters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and most used Redis type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5669280" cy="21488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130552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a JSON response (GET/SET)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(INCR/INCRBY) — atomic increments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tokens with TTL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239512" cy="21488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F2937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527048"/>
            <a:ext cx="4782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redis-cli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1801368"/>
            <a:ext cx="478231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SETEX page:home 60 '{"hero":"sale"}'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page:home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 pageviews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INCRBY likes 10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10911535" cy="30175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F2937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950208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(ioredis) cache-aside example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4224528"/>
            <a:ext cx="10454335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Redis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'ioredis'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redis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Redis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getUser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key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'user:'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cached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redis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redis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stringify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'EX'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&amp; Lists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object fields and model simple queues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5669280" cy="25146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(HSET/HGETALL)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130552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storing many fields under one key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user profile (name, role, city)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rewriting the whole JSON blob for small changes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239512" cy="251460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F2937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527048"/>
            <a:ext cx="4782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redis-cli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1801368"/>
            <a:ext cx="478231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HSET user:101 name "Sam" role "trainer" city "Hyd"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HGETALL user:101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LPUSH jobs "email:welcome:101"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RPOP jobs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10911535" cy="2240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3434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as queues (quick mental model)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70916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Producer: LPUSH jobs &lt;payload&gt;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Consumer: RPOP jobs (or BRPOP for blocking)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durable, high-throughput event streaming, many teams use Streams (XADD/XREAD).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Sets (ZSET): leaderboards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members by score (perfect for top-N queries)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5394960" cy="21031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teams love ZSETs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130552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members + numeric score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top-N and rank lookups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leaderboards &amp; trending lists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30952" cy="210312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F2937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527048"/>
            <a:ext cx="4873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redis-cli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1801368"/>
            <a:ext cx="487375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ZADD leaderboard 150 alice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ZADD leaderboard 120 bob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ZINCRBY leaderboard 15 bob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ZREVRANGE leaderboard 0 4 WITHSCORES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10911535" cy="26060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776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Top buyers (illustrative)</a:t>
            </a:r>
            <a:endParaRPr lang="en-US" sz="16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914400" y="4343400"/>
          <a:ext cx="106070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patterns &amp; pitfalls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keep caches fast, correct, and safe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5669280" cy="2788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130552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Cache-aside: app controls reads/writes to cache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Write-through: write cache + DB together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TTL-based caching for eventually consistent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239512" cy="2788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645920"/>
            <a:ext cx="4599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2130552"/>
            <a:ext cx="45994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data (missing invalidation)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stampede (many misses at once)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memory (no TTL / wrong eviction policy)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10911535" cy="1965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177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98348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TTLs for caches (EXPIRE/SETEX)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 eviction policy if you set maxmemory (maxmemory-policy)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jitter to TTLs for large fleets to reduce stampedes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messaging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channels; subscribers receive messages (not durable)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5852160" cy="27432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361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057400"/>
            <a:ext cx="1874520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1343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17520" y="2057400"/>
            <a:ext cx="1874520" cy="822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231343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channel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07208" y="2359152"/>
            <a:ext cx="182880" cy="228600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1874520"/>
            <a:ext cx="1325880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202996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19472" y="2075688"/>
            <a:ext cx="137160" cy="201168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2651760"/>
            <a:ext cx="1325880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80720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9472" y="2852928"/>
            <a:ext cx="137160" cy="201168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0" y="3429000"/>
            <a:ext cx="1325880" cy="5943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58444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19472" y="3630168"/>
            <a:ext cx="137160" cy="201168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520440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notifications &amp; fan-out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(but messages are not stored)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20840" y="1417320"/>
            <a:ext cx="5193792" cy="498348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F2937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49440" y="1527048"/>
            <a:ext cx="4736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(publisher &amp; subscriber)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1801368"/>
            <a:ext cx="4736592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// subscriber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'orders'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'message'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msg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console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msg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// publisher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pub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'orders'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stringify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123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}));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Persistence: RDB &amp; AOF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is in-memory, but can persist to disk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5669280" cy="26517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1417320"/>
            <a:ext cx="5239512" cy="26517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45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 (snapshot)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05740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Periodic point-in-time snapshots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Compact file, fast restart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Possible data loss since last snapshot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AOF (append-only file)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29400" y="20574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Logs write operations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Better durability (configurable fsync)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 can grow; supports rewrite/compaction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10911535" cy="21488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4348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both RDB + AOF are enabled…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800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uses the AOF file on restart because it is typically the most complete reconstruction of the dataset.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5376672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tip: for pure caching, persistence can be optional. For sessions/critical state, configure persistence + backups.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&amp; High Availability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Master/replica + Sentinel for failover (non-clustered)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10911535" cy="20116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(simplified)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97280" y="2057400"/>
            <a:ext cx="2743200" cy="914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(writes)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0" y="2057400"/>
            <a:ext cx="274320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1 (reads)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98080" y="2057400"/>
            <a:ext cx="274320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2 (reads)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86200" y="2697480"/>
            <a:ext cx="502920" cy="201168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12280" y="2697480"/>
            <a:ext cx="502920" cy="201168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611880"/>
            <a:ext cx="5669280" cy="2788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4325112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 copy data from the primary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read scaling and redundancy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needs coordination (Sentinel or Cluster)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3611880"/>
            <a:ext cx="5239512" cy="278892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29400" y="3840480"/>
            <a:ext cx="4599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(HA for non-clustered)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29400" y="4325112"/>
            <a:ext cx="45994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Redis instances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a replica to primary on failure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Notifies clients and provides config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Cluster (sharding + HA)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beyond one node with hash slots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5669280" cy="24231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130552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split across nodes (sharding)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map to one of 16,384 hash slots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owns a subset of slots; replicas provide HA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239512" cy="4983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Shards (example)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83680" y="2103120"/>
            <a:ext cx="4709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2286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2280" y="26060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Slots: 0–5460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55480" y="26060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+ Replicas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3246120"/>
            <a:ext cx="4709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12280" y="37490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Slots: 5461–10922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55480" y="37490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+ Replicas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4389120"/>
            <a:ext cx="4709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4572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C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2280" y="48920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Slots: 10923–16383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55480" y="48920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+ Replicas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069080"/>
            <a:ext cx="5669280" cy="23317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2519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constraint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461772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Multi-key operations generally require the keys to be in the same hash slot.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hash tags like {user:123}:cart and {user:123}:profile to force co-location.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(industry)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Redis safely and predictably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5669280" cy="26517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130552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TTLs for caches and short-lived data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keys with namespaces: user:123, cart:123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maxmemory + an eviction policy for caches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latency, memory, hit rate, evictions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239512" cy="26517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645920"/>
            <a:ext cx="4599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2130552"/>
            <a:ext cx="459943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Redis as the only source of truth for critical data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values/keys (harder to move, more memory pressure)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expiration for cache entries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Chatty patterns: many round trips instead of batching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10911535" cy="20574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262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89204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= source of truth. Redis = speed + real-time features.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losing Redis data would break your business, turn on persistence + HA (Sentinel/Cluster) and have backups.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 map (Node/Express)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these Redis features show up in a real app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1091153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10911535" cy="5349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276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Sale API: Redis in 5 ways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2286000"/>
            <a:ext cx="2834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4140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77640" y="243230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/products → cache-aside with TTL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971800"/>
            <a:ext cx="2834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0998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77640" y="311810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express-session + connect-redis store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657600"/>
            <a:ext cx="2834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7856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77640" y="380390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 + EXPIRE per IP/user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4343400"/>
            <a:ext cx="2834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4714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77640" y="448970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order events → subscribers notify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5029200"/>
            <a:ext cx="283464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51572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977640" y="517550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ZSET tracks top buyers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" y="5715000"/>
            <a:ext cx="10607040" cy="1005840"/>
          </a:xfrm>
          <a:prstGeom prst="roundRect">
            <a:avLst/>
          </a:prstGeom>
          <a:solidFill>
            <a:srgbClr val="0B1020"/>
          </a:solidFill>
          <a:ln w="12700">
            <a:solidFill>
              <a:srgbClr val="1F2937"/>
            </a:solidFill>
            <a:prstDash val="solid"/>
          </a:ln>
          <a:effectLst>
            <a:outerShdw blurRad="762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43000" y="5824728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6099048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3141</TotalTime>
  <Words>1232</Words>
  <Application>Microsoft Office PowerPoint</Application>
  <PresentationFormat>Widescreen</PresentationFormat>
  <Paragraphs>229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PC</cp:lastModifiedBy>
  <cp:revision>5</cp:revision>
  <dcterms:created xsi:type="dcterms:W3CDTF">2026-01-22T02:31:41Z</dcterms:created>
  <dcterms:modified xsi:type="dcterms:W3CDTF">2026-01-27T04:42:30Z</dcterms:modified>
</cp:coreProperties>
</file>