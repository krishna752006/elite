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Q6. (Event Loop + Async)</a:t>
            </a:r>
          </a:p>
          <a:p/>
          <a:p>
            <a:r>
              <a:t>console.log("A");</a:t>
            </a:r>
          </a:p>
          <a:p/>
          <a:p>
            <a:r>
              <a:t>setTimeout(() =&gt; console.log("B"), 0);</a:t>
            </a:r>
          </a:p>
          <a:p/>
          <a:p>
            <a:r>
              <a:t>Promise.resolve().then(() =&gt; console.log("C"));</a:t>
            </a:r>
          </a:p>
          <a:p/>
          <a:p>
            <a:r>
              <a:t>console.log("D");</a:t>
            </a:r>
          </a:p>
          <a:p/>
          <a:p>
            <a:r>
              <a:t>Options:</a:t>
            </a:r>
          </a:p>
          <a:p>
            <a:r>
              <a:t>A. A B C D</a:t>
            </a:r>
          </a:p>
          <a:p>
            <a:r>
              <a:t>B. A D B C</a:t>
            </a:r>
          </a:p>
          <a:p>
            <a:r>
              <a:t>C. A D C B</a:t>
            </a:r>
          </a:p>
          <a:p>
            <a:r>
              <a:t>D. A C D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Q7. (this keyword)</a:t>
            </a:r>
          </a:p>
          <a:p/>
          <a:p>
            <a:r>
              <a:t>const obj = {</a:t>
            </a:r>
          </a:p>
          <a:p>
            <a:r>
              <a:t>    name: "JS",</a:t>
            </a:r>
          </a:p>
          <a:p>
            <a:r>
              <a:t>    getName: function() {</a:t>
            </a:r>
          </a:p>
          <a:p>
            <a:r>
              <a:t>        return this.name;</a:t>
            </a:r>
          </a:p>
          <a:p>
            <a:r>
              <a:t>    }</a:t>
            </a:r>
          </a:p>
          <a:p>
            <a:r>
              <a:t>};</a:t>
            </a:r>
          </a:p>
          <a:p/>
          <a:p>
            <a:r>
              <a:t>const fn = obj.getName;</a:t>
            </a:r>
          </a:p>
          <a:p>
            <a:r>
              <a:t>console.log(fn());</a:t>
            </a:r>
          </a:p>
          <a:p/>
          <a:p>
            <a:r>
              <a:t>Options:</a:t>
            </a:r>
          </a:p>
          <a:p>
            <a:r>
              <a:t>A. JS</a:t>
            </a:r>
          </a:p>
          <a:p>
            <a:r>
              <a:t>B. undefined</a:t>
            </a:r>
          </a:p>
          <a:p>
            <a:r>
              <a:t>C. null</a:t>
            </a:r>
          </a:p>
          <a:p>
            <a:r>
              <a:t>D. 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Q8. (Closure Trap)</a:t>
            </a:r>
          </a:p>
          <a:p/>
          <a:p>
            <a:r>
              <a:t>for (var i = 0; i &lt; 3; i++) {</a:t>
            </a:r>
          </a:p>
          <a:p>
            <a:r>
              <a:t>    setTimeout(() =&gt; console.log(i), 0);</a:t>
            </a:r>
          </a:p>
          <a:p>
            <a:r>
              <a:t>}</a:t>
            </a:r>
          </a:p>
          <a:p/>
          <a:p>
            <a:r>
              <a:t>Options:</a:t>
            </a:r>
          </a:p>
          <a:p>
            <a:r>
              <a:t>A. 0 1 2</a:t>
            </a:r>
          </a:p>
          <a:p>
            <a:r>
              <a:t>B. 3 3 3</a:t>
            </a:r>
          </a:p>
          <a:p>
            <a:r>
              <a:t>C. undefined undefined undefined</a:t>
            </a:r>
          </a:p>
          <a:p>
            <a:r>
              <a:t>D. 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Q9. (Equality Coercion)</a:t>
            </a:r>
          </a:p>
          <a:p/>
          <a:p>
            <a:r>
              <a:t>console.log([] == ![]);</a:t>
            </a:r>
          </a:p>
          <a:p/>
          <a:p>
            <a:r>
              <a:t>Options:</a:t>
            </a:r>
          </a:p>
          <a:p>
            <a:r>
              <a:t>A. true</a:t>
            </a:r>
          </a:p>
          <a:p>
            <a:r>
              <a:t>B. false</a:t>
            </a:r>
          </a:p>
          <a:p>
            <a:r>
              <a:t>C. undefined</a:t>
            </a:r>
          </a:p>
          <a:p>
            <a:r>
              <a:t>D. Error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Q10. (Promise Resolution Order)</a:t>
            </a:r>
          </a:p>
          <a:p/>
          <a:p>
            <a:r>
              <a:t>console.log("Start");</a:t>
            </a:r>
          </a:p>
          <a:p/>
          <a:p>
            <a:r>
              <a:t>setTimeout(() =&gt; console.log("Timeout"), 0);</a:t>
            </a:r>
          </a:p>
          <a:p/>
          <a:p>
            <a:r>
              <a:t>Promise.resolve()</a:t>
            </a:r>
          </a:p>
          <a:p>
            <a:r>
              <a:t>    .then(() =&gt; {</a:t>
            </a:r>
          </a:p>
          <a:p>
            <a:r>
              <a:t>        console.log("Promise 1");</a:t>
            </a:r>
          </a:p>
          <a:p>
            <a:r>
              <a:t>        return Promise.resolve();</a:t>
            </a:r>
          </a:p>
          <a:p>
            <a:r>
              <a:t>    })</a:t>
            </a:r>
          </a:p>
          <a:p>
            <a:r>
              <a:t>    .then(() =&gt; console.log("Promise 2"));</a:t>
            </a:r>
          </a:p>
          <a:p/>
          <a:p>
            <a:r>
              <a:t>console.log("End");</a:t>
            </a:r>
          </a:p>
          <a:p/>
          <a:p>
            <a:r>
              <a:t>Options:</a:t>
            </a:r>
          </a:p>
          <a:p>
            <a:r>
              <a:t>A. Start End Promise 1 Promise 2 Timeout</a:t>
            </a:r>
          </a:p>
          <a:p>
            <a:r>
              <a:t>B. Start Promise 1 Promise 2 End Timeout</a:t>
            </a:r>
          </a:p>
          <a:p>
            <a:r>
              <a:t>C. Start End Timeout Promise 1 Promise 2</a:t>
            </a:r>
          </a:p>
          <a:p>
            <a:r>
              <a:t>D. Start Promise 1 End Promise 2 Timeout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