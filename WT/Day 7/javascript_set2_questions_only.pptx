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JavaScript 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Q1. (Hoisting + Temporal Dead Zone)</a:t>
            </a:r>
          </a:p>
          <a:p/>
          <a:p>
            <a:r>
              <a:t>console.log(a);</a:t>
            </a:r>
          </a:p>
          <a:p>
            <a:r>
              <a:t>let a = 10;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JavaScript 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Q2. (Closure + Function Scope Trap)</a:t>
            </a:r>
          </a:p>
          <a:p/>
          <a:p>
            <a:r>
              <a:t>function outer() {</a:t>
            </a:r>
          </a:p>
          <a:p>
            <a:r>
              <a:t>    let x = 10;</a:t>
            </a:r>
          </a:p>
          <a:p/>
          <a:p>
            <a:r>
              <a:t>    return function inner() {</a:t>
            </a:r>
          </a:p>
          <a:p>
            <a:r>
              <a:t>        x++;</a:t>
            </a:r>
          </a:p>
          <a:p>
            <a:r>
              <a:t>        console.log(x);</a:t>
            </a:r>
          </a:p>
          <a:p>
            <a:r>
              <a:t>    };</a:t>
            </a:r>
          </a:p>
          <a:p>
            <a:r>
              <a:t>}</a:t>
            </a:r>
          </a:p>
          <a:p/>
          <a:p>
            <a:r>
              <a:t>const fn1 = outer();</a:t>
            </a:r>
          </a:p>
          <a:p>
            <a:r>
              <a:t>const fn2 = outer();</a:t>
            </a:r>
          </a:p>
          <a:p/>
          <a:p>
            <a:r>
              <a:t>fn1();</a:t>
            </a:r>
          </a:p>
          <a:p>
            <a:r>
              <a:t>fn1();</a:t>
            </a:r>
          </a:p>
          <a:p>
            <a:r>
              <a:t>fn2();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JavaScript 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Q3. (this + Arrow Function Trap)</a:t>
            </a:r>
          </a:p>
          <a:p/>
          <a:p>
            <a:r>
              <a:t>const obj = {</a:t>
            </a:r>
          </a:p>
          <a:p>
            <a:r>
              <a:t>    name: "JS",</a:t>
            </a:r>
          </a:p>
          <a:p>
            <a:r>
              <a:t>    getName: () =&gt; {</a:t>
            </a:r>
          </a:p>
          <a:p>
            <a:r>
              <a:t>        return this.name;</a:t>
            </a:r>
          </a:p>
          <a:p>
            <a:r>
              <a:t>    }</a:t>
            </a:r>
          </a:p>
          <a:p>
            <a:r>
              <a:t>};</a:t>
            </a:r>
          </a:p>
          <a:p/>
          <a:p>
            <a:r>
              <a:t>console.log(obj.getName());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JavaScript 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Q4. (Event Loop + Async/Await Trap)</a:t>
            </a:r>
          </a:p>
          <a:p/>
          <a:p>
            <a:r>
              <a:t>async function test() {</a:t>
            </a:r>
          </a:p>
          <a:p>
            <a:r>
              <a:t>    console.log("A");</a:t>
            </a:r>
          </a:p>
          <a:p>
            <a:r>
              <a:t>    await Promise.resolve();</a:t>
            </a:r>
          </a:p>
          <a:p>
            <a:r>
              <a:t>    console.log("B");</a:t>
            </a:r>
          </a:p>
          <a:p>
            <a:r>
              <a:t>}</a:t>
            </a:r>
          </a:p>
          <a:p/>
          <a:p>
            <a:r>
              <a:t>console.log("Start");</a:t>
            </a:r>
          </a:p>
          <a:p>
            <a:r>
              <a:t>test();</a:t>
            </a:r>
          </a:p>
          <a:p>
            <a:r>
              <a:t>console.log("End");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JavaScript 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Q5. (Closure + Function Factory)</a:t>
            </a:r>
          </a:p>
          <a:p/>
          <a:p>
            <a:r>
              <a:t>function createAdder(x) {</a:t>
            </a:r>
          </a:p>
          <a:p>
            <a:r>
              <a:t>    return function(y) {</a:t>
            </a:r>
          </a:p>
          <a:p>
            <a:r>
              <a:t>        return x + y;</a:t>
            </a:r>
          </a:p>
          <a:p>
            <a:r>
              <a:t>    };</a:t>
            </a:r>
          </a:p>
          <a:p>
            <a:r>
              <a:t>}</a:t>
            </a:r>
          </a:p>
          <a:p/>
          <a:p>
            <a:r>
              <a:t>const add5 = createAdder(5);</a:t>
            </a:r>
          </a:p>
          <a:p>
            <a:r>
              <a:t>const add10 = createAdder(10);</a:t>
            </a:r>
          </a:p>
          <a:p/>
          <a:p>
            <a:r>
              <a:t>console.log(add5(2));</a:t>
            </a:r>
          </a:p>
          <a:p>
            <a:r>
              <a:t>console.log(add10(2));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