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Docker Internal Architecture (MERN)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Precise Internals + Dockerfiles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docker-compose.yml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services:</a:t>
            </a:r>
          </a:p>
          <a:p>
            <a:pPr/>
            <a:r>
              <a:t> frontend:</a:t>
            </a:r>
          </a:p>
          <a:p>
            <a:pPr/>
            <a:r>
              <a:t>  build: ./frontend</a:t>
            </a:r>
          </a:p>
          <a:p>
            <a:pPr/>
            <a:r>
              <a:t>  ports: 3000:80</a:t>
            </a:r>
          </a:p>
          <a:p>
            <a:pPr/>
            <a:r>
              <a:t> backend:</a:t>
            </a:r>
          </a:p>
          <a:p>
            <a:pPr/>
            <a:r>
              <a:t>  build: ./backend</a:t>
            </a:r>
          </a:p>
          <a:p>
            <a:pPr/>
            <a:r>
              <a:t>  ports: 5000:5000</a:t>
            </a:r>
          </a:p>
          <a:p>
            <a:pPr/>
            <a:r>
              <a:t> mongo:</a:t>
            </a:r>
          </a:p>
          <a:p>
            <a:pPr/>
            <a:r>
              <a:t>  image: mongo:6</a:t>
            </a:r>
          </a:p>
          <a:p>
            <a:pPr/>
            <a:r>
              <a:t>  volumes: mongo-data:/data/db</a:t>
            </a:r>
          </a:p>
          <a:p>
            <a:pPr/>
            <a:r>
              <a:t>volumes:</a:t>
            </a:r>
          </a:p>
          <a:p>
            <a:pPr/>
            <a:r>
              <a:t> mongo-data: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 → dockerd</a:t>
            </a:r>
          </a:p>
          <a:p>
            <a:pPr/>
            <a:r>
              <a:t>dockerd parses YAML</a:t>
            </a:r>
          </a:p>
          <a:p>
            <a:pPr/>
            <a:r>
              <a:t>dockerd delegates image lifecycle to containerd</a:t>
            </a:r>
          </a:p>
          <a:p>
            <a:pPr/>
            <a:r>
              <a:t>containerd handles pull, storage, runtime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node:18</a:t>
            </a:r>
          </a:p>
          <a:p>
            <a:pPr/>
            <a:r>
              <a:t>WORKDIR /app</a:t>
            </a:r>
          </a:p>
          <a:p>
            <a:pPr/>
            <a:r>
              <a:t>COPY package*.json ./</a:t>
            </a:r>
          </a:p>
          <a:p>
            <a:pPr/>
            <a:r>
              <a:t>RUN npm install</a:t>
            </a:r>
          </a:p>
          <a:p>
            <a:pPr/>
            <a:r>
              <a:t>COPY . .</a:t>
            </a:r>
          </a:p>
          <a:p>
            <a:pPr/>
            <a:r>
              <a:t>CMD node server.js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Build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dockerd → BuildKit</a:t>
            </a:r>
          </a:p>
          <a:p>
            <a:pPr/>
            <a:r>
              <a:t>BuildKit executes Dockerfile</a:t>
            </a:r>
          </a:p>
          <a:p>
            <a:pPr/>
            <a:r>
              <a:t>Each RUN creates a layer</a:t>
            </a:r>
          </a:p>
          <a:p>
            <a:pPr/>
            <a:r>
              <a:t>Image stored via containerd content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node:18 AS build</a:t>
            </a:r>
          </a:p>
          <a:p>
            <a:pPr/>
            <a:r>
              <a:t>WORKDIR /app</a:t>
            </a:r>
          </a:p>
          <a:p>
            <a:pPr/>
            <a:r>
              <a:t>COPY package*.json ./</a:t>
            </a:r>
          </a:p>
          <a:p>
            <a:pPr/>
            <a:r>
              <a:t>RUN npm install</a:t>
            </a:r>
          </a:p>
          <a:p>
            <a:pPr/>
            <a:r>
              <a:t>COPY . .</a:t>
            </a:r>
          </a:p>
          <a:p>
            <a:pPr/>
            <a:r>
              <a:t>RUN npm run build</a:t>
            </a:r>
          </a:p>
          <a:p>
            <a:pPr/>
            <a:r>
              <a:t>FROM nginx:alpine</a:t>
            </a:r>
          </a:p>
          <a:p>
            <a:pPr/>
            <a:r>
              <a:t>COPY --from=build /app/build /usr/share/nginx/html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Build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BuildKit builds React app</a:t>
            </a:r>
          </a:p>
          <a:p>
            <a:pPr/>
            <a:r>
              <a:t>Static files generated</a:t>
            </a:r>
          </a:p>
          <a:p>
            <a:pPr/>
            <a:r>
              <a:t>Copied into nginx image</a:t>
            </a:r>
          </a:p>
          <a:p>
            <a:pPr/>
            <a:r>
              <a:t>Final lightweight runtime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 Pull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dockerd → containerd</a:t>
            </a:r>
          </a:p>
          <a:p>
            <a:pPr/>
            <a:r>
              <a:t>containerd resolver resolves mongo:6</a:t>
            </a:r>
          </a:p>
          <a:p>
            <a:pPr/>
            <a:r>
              <a:t>fetcher downloads manifest</a:t>
            </a:r>
          </a:p>
          <a:p>
            <a:pPr/>
            <a:r>
              <a:t>fetcher downloads blobs</a:t>
            </a:r>
          </a:p>
          <a:p>
            <a:pPr/>
            <a:r>
              <a:t>stored in content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Filesystem (Snapshotter)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containerd → snapshotter</a:t>
            </a:r>
          </a:p>
          <a:p>
            <a:pPr/>
            <a:r>
              <a:t>layers merged using overlayfs</a:t>
            </a:r>
          </a:p>
          <a:p>
            <a:pPr/>
            <a:r>
              <a:t>no duplication</a:t>
            </a:r>
          </a:p>
          <a:p>
            <a:pPr/>
            <a:r>
              <a:t>writable layer added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Run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dockerd → containerd</a:t>
            </a:r>
          </a:p>
          <a:p>
            <a:pPr/>
            <a:r>
              <a:t>containerd creates container</a:t>
            </a:r>
          </a:p>
          <a:p>
            <a:pPr/>
            <a:r>
              <a:t>shim created</a:t>
            </a:r>
          </a:p>
          <a:p>
            <a:pPr/>
            <a:r>
              <a:t>shim → runc</a:t>
            </a:r>
          </a:p>
          <a:p>
            <a:pPr/>
            <a:r>
              <a:t>runc → kernel executes 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nginx</a:t>
            </a:r>
          </a:p>
          <a:p>
            <a:pPr/>
            <a:r>
              <a:t>Backend: node</a:t>
            </a:r>
          </a:p>
          <a:p>
            <a:pPr/>
            <a:r>
              <a:t>Mongo: mongod</a:t>
            </a:r>
          </a:p>
          <a:p>
            <a:pPr/>
            <a:r>
              <a:t>Each container has its own shim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bridge network</a:t>
            </a:r>
          </a:p>
          <a:p>
            <a:pPr/>
            <a:r>
              <a:t>DNS: mongo, backend, frontend</a:t>
            </a:r>
          </a:p>
          <a:p>
            <a:pPr/>
            <a:r>
              <a:t>Service-to-service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dockerd orchestrates</a:t>
            </a:r>
          </a:p>
          <a:p>
            <a:pPr/>
            <a:r>
              <a:t>containerd manages lifecycle</a:t>
            </a:r>
          </a:p>
          <a:p>
            <a:pPr/>
            <a:r>
              <a:t>snapshotter builds FS</a:t>
            </a:r>
          </a:p>
          <a:p>
            <a:pPr/>
            <a:r>
              <a:t>shim supervises</a:t>
            </a:r>
          </a:p>
          <a:p>
            <a:pPr/>
            <a:r>
              <a:t>runc launches</a:t>
            </a:r>
          </a:p>
          <a:p>
            <a:pPr/>
            <a:r>
              <a:t>kernel executes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