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Docker Architecture - System Level Deep Dive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Goal: Understand Docker from Linux primitives</a:t>
            </a:r>
          </a:p>
          <a:p>
            <a:r>
              <a:t>Outcome: Build your own mini-Docker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Full Docker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 → Docker Daemon → containerd → OCI runtime (runc)</a:t>
            </a:r>
          </a:p>
          <a:p>
            <a:r>
              <a:t>→ Linux Kernel (namespaces, cgroups, filesystem)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Container REALLY?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container = Linux process</a:t>
            </a:r>
          </a:p>
          <a:p>
            <a:r>
              <a:t>+ namespaces (isolation)</a:t>
            </a:r>
          </a:p>
          <a:p>
            <a:r>
              <a:t>+ cgroups (resource control)</a:t>
            </a:r>
          </a:p>
          <a:p>
            <a:r>
              <a:t>+ root filesystem</a:t>
            </a:r>
          </a:p>
          <a:p>
            <a:r>
              <a:t>+ security constraints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Namespaces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Namespaces isolate system views:</a:t>
            </a:r>
          </a:p>
          <a:p>
            <a:r>
              <a:t>PID, Mount, Network, UTS, IPC, User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PID Namespace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Gives separate process tree</a:t>
            </a:r>
          </a:p>
          <a:p>
            <a:r>
              <a:t>PID 1 inside container</a:t>
            </a:r>
          </a:p>
          <a:p>
            <a:r>
              <a:t>Handles signals and zombie processes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Mount Namespace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Isolates filesystem view</a:t>
            </a:r>
          </a:p>
          <a:p>
            <a:r>
              <a:t>Allows separate rootfs</a:t>
            </a:r>
          </a:p>
          <a:p>
            <a:r>
              <a:t>Enables pivot_root/chroot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Network Namespace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Separate network stack</a:t>
            </a:r>
          </a:p>
          <a:p>
            <a:r>
              <a:t>Own interfaces, routing, ports</a:t>
            </a:r>
          </a:p>
          <a:p>
            <a:r>
              <a:t>Uses veth + bridge for connectivity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UTS Namespace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Allows separate hostname/domain</a:t>
            </a:r>
          </a:p>
          <a:p>
            <a:r>
              <a:t>Container can have its own identity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Namespace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Maps container root to non-root on host</a:t>
            </a:r>
          </a:p>
          <a:p>
            <a:r>
              <a:t>Improves security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IPC Namespace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Isolates shared memory and message queues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Cgroups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Controls resource usage</a:t>
            </a:r>
          </a:p>
          <a:p>
            <a:r>
              <a:t>CPU, Memory, PIDs, IO</a:t>
            </a:r>
          </a:p>
          <a:p>
            <a:r>
              <a:t>Prevents resource abuse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Cgroups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memory.max → memory limit</a:t>
            </a:r>
          </a:p>
          <a:p>
            <a:r>
              <a:t>cpu.max → CPU quota</a:t>
            </a:r>
          </a:p>
          <a:p>
            <a:r>
              <a:t>pids.max → process limit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Seccomp &amp;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Seccomp filters syscalls</a:t>
            </a:r>
          </a:p>
          <a:p>
            <a:r>
              <a:t>Blocks dangerous kernel access</a:t>
            </a:r>
          </a:p>
          <a:p>
            <a:r>
              <a:t>Used for sandboxing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Splits root privileges</a:t>
            </a:r>
          </a:p>
          <a:p>
            <a:r>
              <a:t>Container root != full root</a:t>
            </a:r>
          </a:p>
          <a:p>
            <a:r>
              <a:t>Example: CAP_NET_ADMIN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Docker Image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Image = Manifest + Config + Layers</a:t>
            </a:r>
          </a:p>
          <a:p>
            <a:r>
              <a:t>Layers are immutable tar files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Image Transfer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Pull:</a:t>
            </a:r>
          </a:p>
          <a:p>
            <a:r>
              <a:t>- Fetch manifest</a:t>
            </a:r>
          </a:p>
          <a:p>
            <a:r>
              <a:t>- Download layers</a:t>
            </a:r>
          </a:p>
          <a:p>
            <a:r>
              <a:t>- Verify SHA256</a:t>
            </a:r>
          </a:p>
          <a:p>
            <a:r>
              <a:t>- Store locally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Addressing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Each layer identified by hash</a:t>
            </a:r>
          </a:p>
          <a:p>
            <a:r>
              <a:t>Ensures integrity and deduplication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Image Storage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Store (blobs)</a:t>
            </a:r>
          </a:p>
          <a:p>
            <a:r>
              <a:t>Metadata Store</a:t>
            </a:r>
          </a:p>
          <a:p>
            <a:r>
              <a:t>Snapshotter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Snapshotter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Converts layers → filesystem</a:t>
            </a:r>
          </a:p>
          <a:p>
            <a:r>
              <a:t>Uses OverlayFS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OverlayFS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lower layers (read-only)</a:t>
            </a:r>
          </a:p>
          <a:p>
            <a:r>
              <a:t>+ upper layer (write)</a:t>
            </a:r>
          </a:p>
          <a:p>
            <a:r>
              <a:t>= merged filesystem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OverlayFS Read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 upper first</a:t>
            </a:r>
          </a:p>
          <a:p>
            <a:r>
              <a:t>Then lower layers</a:t>
            </a:r>
          </a:p>
          <a:p>
            <a:r>
              <a:t>Top-most layer wins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OverlayFS Write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Copy-on-write</a:t>
            </a:r>
          </a:p>
          <a:p>
            <a:r>
              <a:t>File copied to upper then modified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OverlayFS Delete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Whiteout file hides lower layer files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containerd Role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Manages images, containers</a:t>
            </a:r>
          </a:p>
          <a:p>
            <a:r>
              <a:t>Handles storage and lifecycle</a:t>
            </a:r>
          </a:p>
          <a:p>
            <a:r>
              <a:t>Bridges Docker and runtime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OCI Runtime (runc)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Creates namespaces</a:t>
            </a:r>
          </a:p>
          <a:p>
            <a:r>
              <a:t>Applies cgroups</a:t>
            </a:r>
          </a:p>
          <a:p>
            <a:r>
              <a:t>Mounts filesystem</a:t>
            </a:r>
          </a:p>
          <a:p>
            <a:r>
              <a:t>Executes process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OCI Spec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Defines standard config.json</a:t>
            </a:r>
          </a:p>
          <a:p>
            <a:r>
              <a:t>Process, mounts, limits, namespaces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Container Networking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veth pair connects container to host</a:t>
            </a:r>
          </a:p>
          <a:p>
            <a:r>
              <a:t>Bridge (docker0)</a:t>
            </a:r>
          </a:p>
          <a:p>
            <a:r>
              <a:t>NAT for internet access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docker run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Pull image</a:t>
            </a:r>
          </a:p>
          <a:p>
            <a:r>
              <a:t>2. Prepare rootfs</a:t>
            </a:r>
          </a:p>
          <a:p>
            <a:r>
              <a:t>3. Create namespaces</a:t>
            </a:r>
          </a:p>
          <a:p>
            <a:r>
              <a:t>4. Apply cgroups</a:t>
            </a:r>
          </a:p>
          <a:p>
            <a:r>
              <a:t>5. Mount overlay</a:t>
            </a:r>
          </a:p>
          <a:p>
            <a:r>
              <a:t>6. Start process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Important Syscalls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clone(), unshare(), setns()</a:t>
            </a:r>
          </a:p>
          <a:p>
            <a:r>
              <a:t>mount(), pivot_root()</a:t>
            </a:r>
          </a:p>
          <a:p>
            <a:r>
              <a:t>execve()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 Your Own Docker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 1: Namespaces</a:t>
            </a:r>
          </a:p>
          <a:p>
            <a:r>
              <a:t>Step 2: RootFS</a:t>
            </a:r>
          </a:p>
          <a:p>
            <a:r>
              <a:t>Step 3: OverlayFS</a:t>
            </a:r>
          </a:p>
          <a:p>
            <a:r>
              <a:t>Step 4: Cgroups</a:t>
            </a:r>
          </a:p>
          <a:p>
            <a:r>
              <a:t>Step 5: Networking</a:t>
            </a:r>
          </a:p>
          <a:p>
            <a:r>
              <a:t>Step 6: CLI + daemon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Mental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Docker = Control system over Linux primitives</a:t>
            </a:r>
          </a:p>
          <a:p>
            <a:r>
              <a:t>Container = isolated process, not VM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