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Question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Which Linux feature is primarily responsible for isolating process ID spaces in containers?</a:t>
            </a:r>
          </a:p>
          <a:p>
            <a:r>
              <a:t>A. cgroups</a:t>
            </a:r>
          </a:p>
          <a:p>
            <a:r>
              <a:t>B. namespaces</a:t>
            </a:r>
          </a:p>
          <a:p>
            <a:r>
              <a:t>C. capabilities</a:t>
            </a:r>
          </a:p>
          <a:p>
            <a:r>
              <a:t>D. seccomp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Question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Which namespace ensures that a container has its own hostname independent of the host?</a:t>
            </a:r>
          </a:p>
          <a:p>
            <a:r>
              <a:t>A. PID namespace</a:t>
            </a:r>
          </a:p>
          <a:p>
            <a:r>
              <a:t>B. UTS namespace</a:t>
            </a:r>
          </a:p>
          <a:p>
            <a:r>
              <a:t>C. IPC namespace</a:t>
            </a:r>
          </a:p>
          <a:p>
            <a:r>
              <a:t>D. Network namespace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Question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Which component in Docker architecture is directly responsible for creating namespaces and starting the container process?</a:t>
            </a:r>
          </a:p>
          <a:p>
            <a:r>
              <a:t>A. dockerd</a:t>
            </a:r>
          </a:p>
          <a:p>
            <a:r>
              <a:t>B. containerd</a:t>
            </a:r>
          </a:p>
          <a:p>
            <a:r>
              <a:t>C. runc</a:t>
            </a:r>
          </a:p>
          <a:p>
            <a:r>
              <a:t>D. Docker CLI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Question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What is the primary role of cgroups in containerization?</a:t>
            </a:r>
          </a:p>
          <a:p>
            <a:r>
              <a:t>A. Isolate filesystem views</a:t>
            </a:r>
          </a:p>
          <a:p>
            <a:r>
              <a:t>B. Control resource usage</a:t>
            </a:r>
          </a:p>
          <a:p>
            <a:r>
              <a:t>C. Manage network routing</a:t>
            </a:r>
          </a:p>
          <a:p>
            <a:r>
              <a:t>D. Provide system call filtering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Question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In OverlayFS, when a file exists only in a lower layer and is modified inside a container, what happens?</a:t>
            </a:r>
          </a:p>
          <a:p>
            <a:r>
              <a:t>A. The file is modified in the lower layer</a:t>
            </a:r>
          </a:p>
          <a:p>
            <a:r>
              <a:t>B. The file is deleted and recreated</a:t>
            </a:r>
          </a:p>
          <a:p>
            <a:r>
              <a:t>C. The file is copied to upper layer and then modified</a:t>
            </a:r>
          </a:p>
          <a:p>
            <a:r>
              <a:t>D. The modification is discarded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Question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Which mechanism is used in OverlayFS to represent deletion of a file present in lower layers?</a:t>
            </a:r>
          </a:p>
          <a:p>
            <a:r>
              <a:t>A. Symbolic link</a:t>
            </a:r>
          </a:p>
          <a:p>
            <a:r>
              <a:t>B. Hard link</a:t>
            </a:r>
          </a:p>
          <a:p>
            <a:r>
              <a:t>C. Whiteout file</a:t>
            </a:r>
          </a:p>
          <a:p>
            <a:r>
              <a:t>D. Copy-on-write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Question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What is the purpose of the workdir in OverlayFS?</a:t>
            </a:r>
          </a:p>
          <a:p>
            <a:r>
              <a:t>A. Store user data</a:t>
            </a:r>
          </a:p>
          <a:p>
            <a:r>
              <a:t>B. Store temporary files required for filesystem operations</a:t>
            </a:r>
          </a:p>
          <a:p>
            <a:r>
              <a:t>C. Store image layers</a:t>
            </a:r>
          </a:p>
          <a:p>
            <a:r>
              <a:t>D. Store container logs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Question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Which statement best describes Docker image layers?</a:t>
            </a:r>
          </a:p>
          <a:p>
            <a:r>
              <a:t>A. They are mutable and updated in place</a:t>
            </a:r>
          </a:p>
          <a:p>
            <a:r>
              <a:t>B. They are immutable and stacked to form a filesystem</a:t>
            </a:r>
          </a:p>
          <a:p>
            <a:r>
              <a:t>C. They are stored as directories only</a:t>
            </a:r>
          </a:p>
          <a:p>
            <a:r>
              <a:t>D. They are compressed into a single binary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Question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Which of the following best explains content-addressable storage in Docker?</a:t>
            </a:r>
          </a:p>
          <a:p>
            <a:r>
              <a:t>A. Files are identified by their filenames</a:t>
            </a:r>
          </a:p>
          <a:p>
            <a:r>
              <a:t>B. Files are identified by their location in filesystem</a:t>
            </a:r>
          </a:p>
          <a:p>
            <a:r>
              <a:t>C. Files are identified by hash of their content</a:t>
            </a:r>
          </a:p>
          <a:p>
            <a:r>
              <a:t>D. Files are identified by timestamps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Question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Which component is responsible for managing container lifecycle and image storage in modern Docker?</a:t>
            </a:r>
          </a:p>
          <a:p>
            <a:r>
              <a:t>A. runc</a:t>
            </a:r>
          </a:p>
          <a:p>
            <a:r>
              <a:t>B. containerd</a:t>
            </a:r>
          </a:p>
          <a:p>
            <a:r>
              <a:t>C. dockerd only</a:t>
            </a:r>
          </a:p>
          <a:p>
            <a:r>
              <a:t>D. overlayfs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Question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What is the correct order of components involved in running a container?</a:t>
            </a:r>
          </a:p>
          <a:p>
            <a:r>
              <a:t>A. CLI → runc → containerd → kernel</a:t>
            </a:r>
          </a:p>
          <a:p>
            <a:r>
              <a:t>B. CLI → dockerd → containerd → runc → kernel</a:t>
            </a:r>
          </a:p>
          <a:p>
            <a:r>
              <a:t>C. CLI → containerd → dockerd → runc → kernel</a:t>
            </a:r>
          </a:p>
          <a:p>
            <a:r>
              <a:t>D. CLI → kernel → runc → containerd → dockerd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Question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What does the PID 1 process inside a container need to handle properly?</a:t>
            </a:r>
          </a:p>
          <a:p>
            <a:r>
              <a:t>A. Network routing</a:t>
            </a:r>
          </a:p>
          <a:p>
            <a:r>
              <a:t>B. Signal handling and zombie process reaping</a:t>
            </a:r>
          </a:p>
          <a:p>
            <a:r>
              <a:t>C. Disk scheduling</a:t>
            </a:r>
          </a:p>
          <a:p>
            <a:r>
              <a:t>D. Memory paging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Question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Which of the following is NOT a namespace type in Linux?</a:t>
            </a:r>
          </a:p>
          <a:p>
            <a:r>
              <a:t>A. PID</a:t>
            </a:r>
          </a:p>
          <a:p>
            <a:r>
              <a:t>B. UTS</a:t>
            </a:r>
          </a:p>
          <a:p>
            <a:r>
              <a:t>C. CPU</a:t>
            </a:r>
          </a:p>
          <a:p>
            <a:r>
              <a:t>D. Mount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Question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Which system call is commonly used to create new namespaces?</a:t>
            </a:r>
          </a:p>
          <a:p>
            <a:r>
              <a:t>A. execve()</a:t>
            </a:r>
          </a:p>
          <a:p>
            <a:r>
              <a:t>B. clone()</a:t>
            </a:r>
          </a:p>
          <a:p>
            <a:r>
              <a:t>C. mount()</a:t>
            </a:r>
          </a:p>
          <a:p>
            <a:r>
              <a:t>D. fork()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Question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Why is pivot_root() preferred over chroot() in container runtimes?</a:t>
            </a:r>
          </a:p>
          <a:p>
            <a:r>
              <a:t>A. It improves performance</a:t>
            </a:r>
          </a:p>
          <a:p>
            <a:r>
              <a:t>B. It provides stronger filesystem isolation</a:t>
            </a:r>
          </a:p>
          <a:p>
            <a:r>
              <a:t>C. It reduces memory usage</a:t>
            </a:r>
          </a:p>
          <a:p>
            <a:r>
              <a:t>D. It enables networking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Question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What is the primary function of a container network namespace?</a:t>
            </a:r>
          </a:p>
          <a:p>
            <a:r>
              <a:t>A. Control CPU allocation</a:t>
            </a:r>
          </a:p>
          <a:p>
            <a:r>
              <a:t>B. Provide isolated network stack</a:t>
            </a:r>
          </a:p>
          <a:p>
            <a:r>
              <a:t>C. Manage filesystem layers</a:t>
            </a:r>
          </a:p>
          <a:p>
            <a:r>
              <a:t>D. Handle process scheduling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Question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In container networking, what is the purpose of a veth pair?</a:t>
            </a:r>
          </a:p>
          <a:p>
            <a:r>
              <a:t>A. Compress network packets</a:t>
            </a:r>
          </a:p>
          <a:p>
            <a:r>
              <a:t>B. Connect container to host network</a:t>
            </a:r>
          </a:p>
          <a:p>
            <a:r>
              <a:t>C. Encrypt network traffic</a:t>
            </a:r>
          </a:p>
          <a:p>
            <a:r>
              <a:t>D. Manage DNS resolution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Question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Which of the following ensures that a container cannot exceed a fixed memory limit?</a:t>
            </a:r>
          </a:p>
          <a:p>
            <a:r>
              <a:t>A. Namespace</a:t>
            </a:r>
          </a:p>
          <a:p>
            <a:r>
              <a:t>B. OverlayFS</a:t>
            </a:r>
          </a:p>
          <a:p>
            <a:r>
              <a:t>C. cgroup memory controller</a:t>
            </a:r>
          </a:p>
          <a:p>
            <a:r>
              <a:t>D. Seccomp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Question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What is the role of seccomp in container security?</a:t>
            </a:r>
          </a:p>
          <a:p>
            <a:r>
              <a:t>A. Limit memory usage</a:t>
            </a:r>
          </a:p>
          <a:p>
            <a:r>
              <a:t>B. Filter allowed system calls</a:t>
            </a:r>
          </a:p>
          <a:p>
            <a:r>
              <a:t>C. Isolate processes</a:t>
            </a:r>
          </a:p>
          <a:p>
            <a:r>
              <a:t>D. Manage filesystem mounts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Question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Which statement best describes a container?</a:t>
            </a:r>
          </a:p>
          <a:p>
            <a:r>
              <a:t>A. A virtual machine with its own kernel</a:t>
            </a:r>
          </a:p>
          <a:p>
            <a:r>
              <a:t>B. A process running with isolation and resource limits</a:t>
            </a:r>
          </a:p>
          <a:p>
            <a:r>
              <a:t>C. A compressed filesystem archive</a:t>
            </a:r>
          </a:p>
          <a:p>
            <a:r>
              <a:t>D. A network abstraction layer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